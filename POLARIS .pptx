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Canva San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259" b="-9259"/>
            </a:stretch>
          </a:blipFill>
        </p:spPr>
      </p:sp>
      <p:pic>
        <p:nvPicPr>
          <p:cNvPr id="3" name="Picture 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/>
          <a:stretch>
            <a:fillRect/>
          </a:stretch>
        </p:blipFill>
        <p:spPr>
          <a:xfrm>
            <a:off x="3850853" y="1496813"/>
            <a:ext cx="12738872" cy="6339392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38836" y="137908"/>
            <a:ext cx="4311968" cy="135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sz="79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POLARIS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034" y="8161613"/>
            <a:ext cx="17873870" cy="183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hardware use:ESP32,DS3231 RTS MODULE,NEO-6M GPS MODULE,GY-271 MODULE(MAGNETOMETER),18650 BATTERY,TWO TACTILE SWITCH</a:t>
            </a:r>
          </a:p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ADDITIONAL(TO BE INTEGRATE): CHARGING MODULE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961032" y="176525"/>
            <a:ext cx="14365937" cy="8077564"/>
          </a:xfrm>
          <a:custGeom>
            <a:avLst/>
            <a:gdLst/>
            <a:ahLst/>
            <a:cxnLst/>
            <a:rect l="l" t="t" r="r" b="b"/>
            <a:pathLst>
              <a:path w="14365937" h="8077564">
                <a:moveTo>
                  <a:pt x="0" y="0"/>
                </a:moveTo>
                <a:lnTo>
                  <a:pt x="14365936" y="0"/>
                </a:lnTo>
                <a:lnTo>
                  <a:pt x="14365936" y="8077564"/>
                </a:lnTo>
                <a:lnTo>
                  <a:pt x="0" y="80775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442860" y="8526460"/>
            <a:ext cx="5037058" cy="112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39"/>
              </a:lnSpc>
              <a:spcBef>
                <a:spcPct val="0"/>
              </a:spcBef>
            </a:pPr>
            <a:r>
              <a:rPr lang="en-US" sz="6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SCHEMATIC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77821" y="237395"/>
            <a:ext cx="13456320" cy="7566112"/>
          </a:xfrm>
          <a:custGeom>
            <a:avLst/>
            <a:gdLst/>
            <a:ahLst/>
            <a:cxnLst/>
            <a:rect l="l" t="t" r="r" b="b"/>
            <a:pathLst>
              <a:path w="13456320" h="7566112">
                <a:moveTo>
                  <a:pt x="0" y="0"/>
                </a:moveTo>
                <a:lnTo>
                  <a:pt x="13456320" y="0"/>
                </a:lnTo>
                <a:lnTo>
                  <a:pt x="13456320" y="7566113"/>
                </a:lnTo>
                <a:lnTo>
                  <a:pt x="0" y="7566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69170" y="8043593"/>
            <a:ext cx="9033722" cy="112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39"/>
              </a:lnSpc>
              <a:spcBef>
                <a:spcPct val="0"/>
              </a:spcBef>
            </a:pPr>
            <a:r>
              <a:rPr lang="en-US" sz="6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PCB LAYOUT               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76153" y="231645"/>
            <a:ext cx="15834242" cy="7870926"/>
          </a:xfrm>
          <a:custGeom>
            <a:avLst/>
            <a:gdLst/>
            <a:ahLst/>
            <a:cxnLst/>
            <a:rect l="l" t="t" r="r" b="b"/>
            <a:pathLst>
              <a:path w="15834242" h="7870926">
                <a:moveTo>
                  <a:pt x="0" y="0"/>
                </a:moveTo>
                <a:lnTo>
                  <a:pt x="15834243" y="0"/>
                </a:lnTo>
                <a:lnTo>
                  <a:pt x="15834243" y="7870926"/>
                </a:lnTo>
                <a:lnTo>
                  <a:pt x="0" y="7870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059" b="-305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043185" y="8413411"/>
            <a:ext cx="9714667" cy="112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39"/>
              </a:lnSpc>
              <a:spcBef>
                <a:spcPct val="0"/>
              </a:spcBef>
            </a:pPr>
            <a:r>
              <a:rPr lang="en-US" sz="6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3D PCB VISUALISATION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8142" y="3580427"/>
            <a:ext cx="7558426" cy="4736607"/>
          </a:xfrm>
          <a:custGeom>
            <a:avLst/>
            <a:gdLst/>
            <a:ahLst/>
            <a:cxnLst/>
            <a:rect l="l" t="t" r="r" b="b"/>
            <a:pathLst>
              <a:path w="7558426" h="4736607">
                <a:moveTo>
                  <a:pt x="0" y="0"/>
                </a:moveTo>
                <a:lnTo>
                  <a:pt x="7558425" y="0"/>
                </a:lnTo>
                <a:lnTo>
                  <a:pt x="7558425" y="4736607"/>
                </a:lnTo>
                <a:lnTo>
                  <a:pt x="0" y="4736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826" b="-155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139238" y="4517707"/>
            <a:ext cx="9525" cy="112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39"/>
              </a:lnSpc>
              <a:spcBef>
                <a:spcPct val="0"/>
              </a:spcBef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5562183" y="137414"/>
            <a:ext cx="7738825" cy="112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39"/>
              </a:lnSpc>
              <a:spcBef>
                <a:spcPct val="0"/>
              </a:spcBef>
            </a:pPr>
            <a:r>
              <a:rPr lang="en-US" sz="6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KEY COMPONENTS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8540" y="1795440"/>
            <a:ext cx="2715458" cy="112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39"/>
              </a:lnSpc>
              <a:spcBef>
                <a:spcPct val="0"/>
              </a:spcBef>
            </a:pPr>
            <a:r>
              <a:rPr lang="en-US" sz="6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ESP32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82174" y="4555807"/>
            <a:ext cx="9973985" cy="2317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Main Control Unit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Handles processing, GPIO control, and wireless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69386" y="2918994"/>
            <a:ext cx="4891466" cy="4891466"/>
          </a:xfrm>
          <a:custGeom>
            <a:avLst/>
            <a:gdLst/>
            <a:ahLst/>
            <a:cxnLst/>
            <a:rect l="l" t="t" r="r" b="b"/>
            <a:pathLst>
              <a:path w="4891466" h="4891466">
                <a:moveTo>
                  <a:pt x="0" y="0"/>
                </a:moveTo>
                <a:lnTo>
                  <a:pt x="4891466" y="0"/>
                </a:lnTo>
                <a:lnTo>
                  <a:pt x="4891466" y="4891466"/>
                </a:lnTo>
                <a:lnTo>
                  <a:pt x="0" y="4891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27918" y="402907"/>
            <a:ext cx="5178981" cy="112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39"/>
              </a:lnSpc>
              <a:spcBef>
                <a:spcPct val="0"/>
              </a:spcBef>
            </a:pPr>
            <a:r>
              <a:rPr lang="en-US" sz="6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NEO 6M GPS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31720" y="3688080"/>
            <a:ext cx="9491782" cy="1455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Provides real-time, GPS coordinates, 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including latitude and longitude.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985362"/>
            <a:ext cx="4891466" cy="4891466"/>
          </a:xfrm>
          <a:custGeom>
            <a:avLst/>
            <a:gdLst/>
            <a:ahLst/>
            <a:cxnLst/>
            <a:rect l="l" t="t" r="r" b="b"/>
            <a:pathLst>
              <a:path w="4891466" h="4891466">
                <a:moveTo>
                  <a:pt x="0" y="0"/>
                </a:moveTo>
                <a:lnTo>
                  <a:pt x="4891466" y="0"/>
                </a:lnTo>
                <a:lnTo>
                  <a:pt x="4891466" y="4891466"/>
                </a:lnTo>
                <a:lnTo>
                  <a:pt x="0" y="4891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69306" y="402907"/>
            <a:ext cx="4788218" cy="112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39"/>
              </a:lnSpc>
              <a:spcBef>
                <a:spcPct val="0"/>
              </a:spcBef>
            </a:pPr>
            <a:r>
              <a:rPr lang="en-US" sz="6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DS3231 RTS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32859" y="4487464"/>
            <a:ext cx="7914084" cy="1536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Provides accurate time when 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GPS is unavailable.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2454417"/>
            <a:ext cx="4891466" cy="4891466"/>
          </a:xfrm>
          <a:custGeom>
            <a:avLst/>
            <a:gdLst/>
            <a:ahLst/>
            <a:cxnLst/>
            <a:rect l="l" t="t" r="r" b="b"/>
            <a:pathLst>
              <a:path w="4891466" h="4891466">
                <a:moveTo>
                  <a:pt x="0" y="0"/>
                </a:moveTo>
                <a:lnTo>
                  <a:pt x="4891466" y="0"/>
                </a:lnTo>
                <a:lnTo>
                  <a:pt x="4891466" y="4891466"/>
                </a:lnTo>
                <a:lnTo>
                  <a:pt x="0" y="4891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66445" y="402907"/>
            <a:ext cx="8165664" cy="112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39"/>
              </a:lnSpc>
              <a:spcBef>
                <a:spcPct val="0"/>
              </a:spcBef>
            </a:pPr>
            <a:r>
              <a:rPr lang="en-US" sz="6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0.96 OLED DISPLAY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02882" y="4388484"/>
            <a:ext cx="11166872" cy="75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Displays Real-Time Time, Date &amp; Direction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6136" y="2454417"/>
            <a:ext cx="4891466" cy="4891466"/>
          </a:xfrm>
          <a:custGeom>
            <a:avLst/>
            <a:gdLst/>
            <a:ahLst/>
            <a:cxnLst/>
            <a:rect l="l" t="t" r="r" b="b"/>
            <a:pathLst>
              <a:path w="4891466" h="4891466">
                <a:moveTo>
                  <a:pt x="0" y="0"/>
                </a:moveTo>
                <a:lnTo>
                  <a:pt x="4891466" y="0"/>
                </a:lnTo>
                <a:lnTo>
                  <a:pt x="4891466" y="4891466"/>
                </a:lnTo>
                <a:lnTo>
                  <a:pt x="0" y="4891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6932" y="402907"/>
            <a:ext cx="12081340" cy="112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39"/>
              </a:lnSpc>
              <a:spcBef>
                <a:spcPct val="0"/>
              </a:spcBef>
            </a:pPr>
            <a:r>
              <a:rPr lang="en-US" sz="6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18650 BATTERY HOLDER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996946" y="4479780"/>
            <a:ext cx="10262354" cy="75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Secure Battery Mount &amp; Power Supply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78208" y="2542908"/>
            <a:ext cx="4891466" cy="4891466"/>
          </a:xfrm>
          <a:custGeom>
            <a:avLst/>
            <a:gdLst/>
            <a:ahLst/>
            <a:cxnLst/>
            <a:rect l="l" t="t" r="r" b="b"/>
            <a:pathLst>
              <a:path w="4891466" h="4891466">
                <a:moveTo>
                  <a:pt x="0" y="0"/>
                </a:moveTo>
                <a:lnTo>
                  <a:pt x="4891466" y="0"/>
                </a:lnTo>
                <a:lnTo>
                  <a:pt x="4891466" y="4891466"/>
                </a:lnTo>
                <a:lnTo>
                  <a:pt x="0" y="4891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7161" y="194123"/>
            <a:ext cx="15497343" cy="112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39"/>
              </a:lnSpc>
              <a:spcBef>
                <a:spcPct val="0"/>
              </a:spcBef>
            </a:pPr>
            <a:r>
              <a:rPr lang="en-US" sz="6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CHARGING MODULE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19065" y="4233626"/>
            <a:ext cx="12368935" cy="75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Safe &amp; Efficient Battery Charging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1557" y="3140221"/>
            <a:ext cx="4891466" cy="4891466"/>
          </a:xfrm>
          <a:custGeom>
            <a:avLst/>
            <a:gdLst/>
            <a:ahLst/>
            <a:cxnLst/>
            <a:rect l="l" t="t" r="r" b="b"/>
            <a:pathLst>
              <a:path w="4891466" h="4891466">
                <a:moveTo>
                  <a:pt x="0" y="0"/>
                </a:moveTo>
                <a:lnTo>
                  <a:pt x="4891466" y="0"/>
                </a:lnTo>
                <a:lnTo>
                  <a:pt x="4891466" y="4891466"/>
                </a:lnTo>
                <a:lnTo>
                  <a:pt x="0" y="4891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413023" y="4598077"/>
            <a:ext cx="11572519" cy="2317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Screen Navigation &amp; Control,   Used to Navigate Between Screens (Back &amp; Forward)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159557"/>
            <a:ext cx="7130653" cy="112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39"/>
              </a:lnSpc>
              <a:spcBef>
                <a:spcPct val="0"/>
              </a:spcBef>
            </a:pPr>
            <a:r>
              <a:rPr lang="en-US" sz="6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TACTILE SWITCH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91509" y="3146977"/>
            <a:ext cx="4891466" cy="4891466"/>
          </a:xfrm>
          <a:custGeom>
            <a:avLst/>
            <a:gdLst/>
            <a:ahLst/>
            <a:cxnLst/>
            <a:rect l="l" t="t" r="r" b="b"/>
            <a:pathLst>
              <a:path w="4891466" h="4891466">
                <a:moveTo>
                  <a:pt x="0" y="0"/>
                </a:moveTo>
                <a:lnTo>
                  <a:pt x="4891465" y="0"/>
                </a:lnTo>
                <a:lnTo>
                  <a:pt x="4891465" y="4891466"/>
                </a:lnTo>
                <a:lnTo>
                  <a:pt x="0" y="4891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93300" y="98552"/>
            <a:ext cx="12855635" cy="112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239"/>
              </a:lnSpc>
              <a:spcBef>
                <a:spcPct val="0"/>
              </a:spcBef>
            </a:pPr>
            <a:r>
              <a:rPr lang="en-US" sz="6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GY-271 (MAGNETOMETER)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21117" y="4391289"/>
            <a:ext cx="9968269" cy="2317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GY-271 is a magnetometer sensor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that detects magnetic fields and </a:t>
            </a:r>
          </a:p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helps determine direction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879788" y="636577"/>
            <a:ext cx="5599272" cy="1127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39"/>
              </a:lnSpc>
              <a:spcBef>
                <a:spcPct val="0"/>
              </a:spcBef>
            </a:pPr>
            <a:r>
              <a:rPr lang="en-US" sz="6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CONCLUSION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71159" y="2577229"/>
            <a:ext cx="14858983" cy="5441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sz="4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POLARIS is a compact ESP32-based navigation and information system. It combines GPS, a magnetometer, RTC and OLED display to provide direction Real satellite time information. Tactile switches make the system easy to control and navigate. The project demonstrates the integration of multiple sensors into a portable embedded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</Words>
  <Application>Microsoft Office PowerPoint</Application>
  <PresentationFormat>Custom</PresentationFormat>
  <Paragraphs>30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Canva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POLARIS</dc:title>
  <cp:lastModifiedBy>makwana rutvik</cp:lastModifiedBy>
  <cp:revision>1</cp:revision>
  <dcterms:created xsi:type="dcterms:W3CDTF">2006-08-16T00:00:00Z</dcterms:created>
  <dcterms:modified xsi:type="dcterms:W3CDTF">2026-08-08T09:50:24Z</dcterms:modified>
  <dc:identifier>DAHRna2FbEQ</dc:identifier>
</cp:coreProperties>
</file>